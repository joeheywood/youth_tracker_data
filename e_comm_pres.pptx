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Untitled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an R Markdown presentation.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Bullet 1</a:t>
            </a:r>
          </a:p>
          <a:p>
            <a:pPr lvl="0"/>
            <a:r>
              <a:rPr/>
              <a:t>Bullet 2</a:t>
            </a:r>
          </a:p>
          <a:p>
            <a:pPr lvl="0"/>
            <a:r>
              <a:rPr/>
              <a:t>Bullet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dir</a:t>
            </a:r>
            <a:r>
              <a:rPr>
                <a:latin typeface="Courier"/>
              </a:rPr>
              <a:t>())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"all_data.RDS"                                    
## [2] "e_comm_pres.pptx"                                
## [3] "e_comm_pres.Rmd"                                 
## [4] "e_comm.R"                                        
## [5] "Youth tracker 2026 full data set - Copy (1).xlsx"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Plot</a:t>
            </a:r>
          </a:p>
        </p:txBody>
      </p:sp>
      <p:pic>
        <p:nvPicPr>
          <p:cNvPr descr="e_comm_pres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/>
  <cp:keywords/>
  <dcterms:created xsi:type="dcterms:W3CDTF">2026-05-19T15:16:38Z</dcterms:created>
  <dcterms:modified xsi:type="dcterms:W3CDTF">2026-05-19T15:16:38Z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2026-05-19</vt:lpwstr>
  </property>
  <property fmtid="{D5CDD505-2E9C-101B-9397-08002B2CF9AE}" pid="3" name="output">
    <vt:lpwstr>powerpoint_presentation</vt:lpwstr>
  </property>
</Properties>
</file>